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GPU并行DSP信号处理系统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高性能实时信号处理解决方案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系统架构</a:t>
            </a:r>
          </a:p>
        </p:txBody>
      </p:sp>
      <p:pic>
        <p:nvPicPr>
          <p:cNvPr id="3" name="Picture 2" descr="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861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模块化设计：数据预处理 → FFT → 滤波 → 脉冲压缩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GPU优化层：显存管理、CUDA Streams、Kernel融合、流式处理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7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高效执行：批处理、异步传输、动态调度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性能指标</a:t>
            </a:r>
          </a:p>
        </p:txBody>
      </p:sp>
      <p:pic>
        <p:nvPicPr>
          <p:cNvPr id="3" name="Picture 2" descr="02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9704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FFT加速: 83.8x - 115.8x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脉冲压缩: 38.2x - 104x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7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流式处理: 55.5 Msps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1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并行度: 1.40x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处理流程</a:t>
            </a:r>
          </a:p>
        </p:txBody>
      </p:sp>
      <p:pic>
        <p:nvPicPr>
          <p:cNvPr id="3" name="Picture 2" descr="03_process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7045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9个处理阶段，集成GPU优化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支持实时流式处理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7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&lt;10ms端到端延迟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GPU部署架构</a:t>
            </a:r>
          </a:p>
        </p:txBody>
      </p:sp>
      <p:pic>
        <p:nvPicPr>
          <p:cNvPr id="3" name="Picture 2" descr="04_gpu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861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RTX/A100 GPU部署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多流并行执行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7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显存与PCIe优化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数据流与内存管理</a:t>
            </a:r>
          </a:p>
        </p:txBody>
      </p:sp>
      <p:pic>
        <p:nvPicPr>
          <p:cNvPr id="3" name="Picture 2" descr="05_data_flow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861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显存分层利用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Pinned内存优化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7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异步H2D/D2H传输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优化策略分析</a:t>
            </a:r>
          </a:p>
        </p:txBody>
      </p:sp>
      <p:pic>
        <p:nvPicPr>
          <p:cNvPr id="3" name="Picture 2" descr="06_optimiza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9112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批处理: 2.75x加速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Kernel融合: 1.16x加速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7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CUDA Streams: 1.40x加速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1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✓ 显存预分配: 1.12x加速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9D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项目成果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100x+性能加速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55.5 Msps流式处理能力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&lt;10ms实时响应延迟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生产级系统部署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